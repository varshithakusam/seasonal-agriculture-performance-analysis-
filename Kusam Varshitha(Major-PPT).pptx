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6" d="100"/>
          <a:sy n="86" d="100"/>
        </p:scale>
        <p:origin x="636" y="9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6757" y="3588198"/>
            <a:ext cx="6471175" cy="861497"/>
          </a:xfrm>
        </p:spPr>
        <p:txBody>
          <a:bodyPr vert="horz" lIns="91440" tIns="45720" rIns="91440" bIns="45720" rtlCol="0" anchor="t">
            <a:normAutofit fontScale="92500"/>
          </a:bodyPr>
          <a:lstStyle/>
          <a:p>
            <a:pPr algn="r"/>
            <a:r>
              <a:rPr lang="en-US" b="0" dirty="0">
                <a:solidFill>
                  <a:schemeClr val="tx1"/>
                </a:solidFill>
              </a:rPr>
              <a:t>[Student Name: Kusam Varshitha </a:t>
            </a:r>
            <a:endParaRPr lang="en-IN" b="0" dirty="0">
              <a:solidFill>
                <a:schemeClr val="tx1"/>
              </a:solidFill>
            </a:endParaRPr>
          </a:p>
          <a:p>
            <a:pPr algn="r"/>
            <a:r>
              <a:rPr lang="en-US" b="0" dirty="0">
                <a:solidFill>
                  <a:schemeClr val="tx1"/>
                </a:solidFill>
              </a:rPr>
              <a:t>College Name- Sasi Institute of Technology &amp; Engineering]</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614213" cy="743448"/>
          </a:xfrm>
        </p:spPr>
        <p:txBody>
          <a:bodyPr>
            <a:normAutofit fontScale="90000"/>
          </a:bodyPr>
          <a:lstStyle/>
          <a:p>
            <a:r>
              <a:rPr lang="en-GB" sz="3200" dirty="0"/>
              <a:t>Project Title - </a:t>
            </a:r>
            <a:r>
              <a:rPr lang="en-IN" sz="3200"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138594" cy="369332"/>
          </a:xfrm>
          <a:prstGeom prst="rect">
            <a:avLst/>
          </a:prstGeom>
          <a:noFill/>
        </p:spPr>
        <p:txBody>
          <a:bodyPr wrap="square" rtlCol="0">
            <a:spAutoFit/>
          </a:bodyPr>
          <a:lstStyle/>
          <a:p>
            <a:r>
              <a:rPr lang="en-US" b="1" dirty="0"/>
              <a:t>AICTE STU ID : </a:t>
            </a:r>
            <a:r>
              <a:rPr lang="en-IN" dirty="0"/>
              <a:t>STU67ea65118282d1743414545</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37014" y="392618"/>
            <a:ext cx="6276109" cy="830997"/>
          </a:xfrm>
        </p:spPr>
        <p:txBody>
          <a:bodyPr>
            <a:normAutofit fontScale="90000"/>
          </a:bodyPr>
          <a:lstStyle/>
          <a:p>
            <a:r>
              <a:rPr lang="en-GB" dirty="0"/>
              <a:t>Project Description</a:t>
            </a:r>
            <a:br>
              <a:rPr lang="en-GB" dirty="0"/>
            </a:br>
            <a:r>
              <a:rPr lang="en-GB" dirty="0"/>
              <a:t>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E7F33635-0795-B191-DEC6-B3EE150B8791}"/>
              </a:ext>
            </a:extLst>
          </p:cNvPr>
          <p:cNvSpPr txBox="1"/>
          <p:nvPr/>
        </p:nvSpPr>
        <p:spPr>
          <a:xfrm>
            <a:off x="337013" y="1364631"/>
            <a:ext cx="8963103" cy="4401205"/>
          </a:xfrm>
          <a:prstGeom prst="rect">
            <a:avLst/>
          </a:prstGeom>
          <a:noFill/>
        </p:spPr>
        <p:txBody>
          <a:bodyPr wrap="square" rtlCol="0">
            <a:spAutoFit/>
          </a:bodyPr>
          <a:lstStyle/>
          <a:p>
            <a:r>
              <a:rPr lang="en-IN" sz="2000" dirty="0"/>
              <a:t>Agricultural performance can vary significantly from one season to another due to changes in environmental conditions, farming practices, resource availability and other factors. These variations can affect crop yield, disease and pest risk, resource utilization and overall agricultural </a:t>
            </a:r>
            <a:r>
              <a:rPr lang="en-IN" sz="2000" dirty="0" err="1"/>
              <a:t>outcomes.The</a:t>
            </a:r>
            <a:r>
              <a:rPr lang="en-IN" sz="2000" dirty="0"/>
              <a:t> available agricultural dataset contains information from different seasons and farming conditions, but the underlying patterns and relationships are not immediately clear. Therefore, there is a need to </a:t>
            </a:r>
            <a:r>
              <a:rPr lang="en-IN" sz="2000" dirty="0" err="1"/>
              <a:t>analyze</a:t>
            </a:r>
            <a:r>
              <a:rPr lang="en-IN" sz="2000" dirty="0"/>
              <a:t> the data </a:t>
            </a:r>
          </a:p>
          <a:p>
            <a:r>
              <a:rPr lang="en-IN" sz="2000" dirty="0"/>
              <a:t>systematically to understand seasonal variations, compare agricultural performance, identify relationships between important variables and discover significant </a:t>
            </a:r>
            <a:r>
              <a:rPr lang="en-IN" sz="2000" dirty="0" err="1"/>
              <a:t>patterns.This</a:t>
            </a:r>
            <a:r>
              <a:rPr lang="en-IN" sz="2000" dirty="0"/>
              <a:t> project focuses on using data cleaning, statistical analysis and visualization techniques to examine the dataset and generate meaningful, evidence-based insights that can support better </a:t>
            </a:r>
            <a:r>
              <a:rPr lang="en-IN" sz="2000" dirty="0" err="1"/>
              <a:t>seasonalagricultural</a:t>
            </a:r>
            <a:r>
              <a:rPr lang="en-IN" sz="2000" dirty="0"/>
              <a:t> planning and decision-making.</a:t>
            </a:r>
          </a:p>
          <a:p>
            <a:endParaRPr lang="en-IN" sz="20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895707"/>
            <a:ext cx="7904481" cy="3599901"/>
          </a:xfrm>
        </p:spPr>
        <p:txBody>
          <a:bodyPr>
            <a:normAutofit fontScale="85000" lnSpcReduction="20000"/>
          </a:bodyPr>
          <a:lstStyle/>
          <a:p>
            <a:pPr marL="0" indent="0">
              <a:buNone/>
            </a:pPr>
            <a:r>
              <a:rPr lang="en-IN" sz="3600" b="1" dirty="0"/>
              <a:t>Users:-</a:t>
            </a:r>
          </a:p>
          <a:p>
            <a:pPr lvl="0"/>
            <a:r>
              <a:rPr lang="en-IN" sz="3600" dirty="0"/>
              <a:t>Farmers</a:t>
            </a:r>
          </a:p>
          <a:p>
            <a:pPr lvl="0"/>
            <a:r>
              <a:rPr lang="en-IN" sz="3600" dirty="0"/>
              <a:t>Agricultural Officers</a:t>
            </a:r>
          </a:p>
          <a:p>
            <a:pPr lvl="0"/>
            <a:r>
              <a:rPr lang="en-IN" sz="3600" dirty="0"/>
              <a:t>Agricultural Planners</a:t>
            </a:r>
          </a:p>
          <a:p>
            <a:pPr lvl="0"/>
            <a:r>
              <a:rPr lang="en-IN" sz="3600" dirty="0"/>
              <a:t>Researchers and Data Analysts</a:t>
            </a:r>
          </a:p>
          <a:p>
            <a:pPr lvl="0"/>
            <a:r>
              <a:rPr lang="en-IN" sz="3600" dirty="0"/>
              <a:t>Government and Policy Makers</a:t>
            </a:r>
          </a:p>
          <a:p>
            <a:pPr lvl="0"/>
            <a:r>
              <a:rPr lang="en-IN" sz="3600" dirty="0"/>
              <a:t>Agricultural Organizations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7488664" y="2243152"/>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4977901"/>
          </a:xfrm>
        </p:spPr>
        <p:txBody>
          <a:bodyPr>
            <a:normAutofit/>
          </a:bodyPr>
          <a:lstStyle/>
          <a:p>
            <a:pPr lvl="0"/>
            <a:r>
              <a:rPr lang="en-IN" dirty="0"/>
              <a:t>Python</a:t>
            </a:r>
          </a:p>
          <a:p>
            <a:pPr lvl="0"/>
            <a:r>
              <a:rPr lang="en-IN" dirty="0"/>
              <a:t>Google </a:t>
            </a:r>
            <a:r>
              <a:rPr lang="en-IN" dirty="0" err="1"/>
              <a:t>Colab</a:t>
            </a:r>
            <a:endParaRPr lang="en-IN" dirty="0"/>
          </a:p>
          <a:p>
            <a:pPr lvl="0"/>
            <a:r>
              <a:rPr lang="en-IN" dirty="0"/>
              <a:t>Pandas</a:t>
            </a:r>
          </a:p>
          <a:p>
            <a:pPr lvl="0"/>
            <a:r>
              <a:rPr lang="en-IN" dirty="0"/>
              <a:t>NumPy</a:t>
            </a:r>
          </a:p>
          <a:p>
            <a:pPr lvl="0"/>
            <a:r>
              <a:rPr lang="en-IN" dirty="0"/>
              <a:t>Matplotlib</a:t>
            </a:r>
          </a:p>
          <a:p>
            <a:pPr lvl="0"/>
            <a:r>
              <a:rPr lang="en-IN" dirty="0"/>
              <a:t>Seaborn</a:t>
            </a:r>
          </a:p>
          <a:p>
            <a:pPr lvl="0"/>
            <a:r>
              <a:rPr lang="en-IN" dirty="0"/>
              <a:t>Data Visualization</a:t>
            </a:r>
          </a:p>
          <a:p>
            <a:pPr lvl="0"/>
            <a:r>
              <a:rPr lang="en-IN" dirty="0"/>
              <a:t>Statistical Analysis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52412D50-23AD-6752-8941-328B24481E4F}"/>
              </a:ext>
            </a:extLst>
          </p:cNvPr>
          <p:cNvPicPr>
            <a:picLocks noChangeAspect="1"/>
          </p:cNvPicPr>
          <p:nvPr/>
        </p:nvPicPr>
        <p:blipFill>
          <a:blip r:embed="rId3"/>
          <a:stretch>
            <a:fillRect/>
          </a:stretch>
        </p:blipFill>
        <p:spPr>
          <a:xfrm>
            <a:off x="1288102" y="2207271"/>
            <a:ext cx="9160591" cy="293410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23FD484E-2852-50FF-E60D-B21048F6F0EE}"/>
              </a:ext>
            </a:extLst>
          </p:cNvPr>
          <p:cNvPicPr>
            <a:picLocks noChangeAspect="1"/>
          </p:cNvPicPr>
          <p:nvPr/>
        </p:nvPicPr>
        <p:blipFill>
          <a:blip r:embed="rId3"/>
          <a:stretch>
            <a:fillRect/>
          </a:stretch>
        </p:blipFill>
        <p:spPr>
          <a:xfrm>
            <a:off x="2166778" y="1275371"/>
            <a:ext cx="6925642" cy="491558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1CBA6393-CB64-F1BF-F76E-674F0C979BF3}"/>
              </a:ext>
            </a:extLst>
          </p:cNvPr>
          <p:cNvPicPr>
            <a:picLocks noChangeAspect="1"/>
          </p:cNvPicPr>
          <p:nvPr/>
        </p:nvPicPr>
        <p:blipFill>
          <a:blip r:embed="rId3"/>
          <a:stretch>
            <a:fillRect/>
          </a:stretch>
        </p:blipFill>
        <p:spPr>
          <a:xfrm>
            <a:off x="2445634" y="1025912"/>
            <a:ext cx="6649378" cy="527936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AECE484-4FB8-0DB6-4675-C079AF01ABC7}"/>
              </a:ext>
            </a:extLst>
          </p:cNvPr>
          <p:cNvPicPr>
            <a:picLocks noChangeAspect="1"/>
          </p:cNvPicPr>
          <p:nvPr/>
        </p:nvPicPr>
        <p:blipFill>
          <a:blip r:embed="rId3"/>
          <a:stretch>
            <a:fillRect/>
          </a:stretch>
        </p:blipFill>
        <p:spPr>
          <a:xfrm>
            <a:off x="3376233" y="1056943"/>
            <a:ext cx="7094762" cy="543046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9CCD81A-26D8-56CF-D339-92D874500BE1}"/>
              </a:ext>
            </a:extLst>
          </p:cNvPr>
          <p:cNvPicPr>
            <a:picLocks noChangeAspect="1"/>
          </p:cNvPicPr>
          <p:nvPr/>
        </p:nvPicPr>
        <p:blipFill>
          <a:blip r:embed="rId3"/>
          <a:stretch>
            <a:fillRect/>
          </a:stretch>
        </p:blipFill>
        <p:spPr>
          <a:xfrm>
            <a:off x="3664543" y="1201586"/>
            <a:ext cx="5824750" cy="458399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2A457CFB-D361-04CD-7B51-3358ACA1CE76}"/>
              </a:ext>
            </a:extLst>
          </p:cNvPr>
          <p:cNvSpPr txBox="1"/>
          <p:nvPr/>
        </p:nvSpPr>
        <p:spPr>
          <a:xfrm>
            <a:off x="936702" y="1344362"/>
            <a:ext cx="5720575" cy="2862322"/>
          </a:xfrm>
          <a:prstGeom prst="rect">
            <a:avLst/>
          </a:prstGeom>
          <a:noFill/>
        </p:spPr>
        <p:txBody>
          <a:bodyPr wrap="square" rtlCol="0">
            <a:spAutoFit/>
          </a:bodyPr>
          <a:lstStyle/>
          <a:p>
            <a:pPr marL="285750" indent="-285750">
              <a:buFont typeface="Arial" panose="020B0604020202020204" pitchFamily="34" charset="0"/>
              <a:buChar char="•"/>
            </a:pPr>
            <a:r>
              <a:rPr lang="en-IN" sz="2000" dirty="0"/>
              <a:t>Real-Time Agricultural Monitoring</a:t>
            </a:r>
          </a:p>
          <a:p>
            <a:pPr marL="285750" lvl="0" indent="-285750">
              <a:buFont typeface="Arial" panose="020B0604020202020204" pitchFamily="34" charset="0"/>
              <a:buChar char="•"/>
            </a:pPr>
            <a:r>
              <a:rPr lang="en-IN" sz="2000" dirty="0"/>
              <a:t>Predictive Crop Yield Analysis</a:t>
            </a:r>
          </a:p>
          <a:p>
            <a:pPr marL="285750" lvl="0" indent="-285750">
              <a:buFont typeface="Arial" panose="020B0604020202020204" pitchFamily="34" charset="0"/>
              <a:buChar char="•"/>
            </a:pPr>
            <a:r>
              <a:rPr lang="en-IN" sz="2000" dirty="0"/>
              <a:t>Weather-Based Crop Planning</a:t>
            </a:r>
          </a:p>
          <a:p>
            <a:pPr marL="285750" lvl="0" indent="-285750">
              <a:buFont typeface="Arial" panose="020B0604020202020204" pitchFamily="34" charset="0"/>
              <a:buChar char="•"/>
            </a:pPr>
            <a:r>
              <a:rPr lang="en-IN" sz="2000" dirty="0"/>
              <a:t>Disease and Pest Prediction</a:t>
            </a:r>
          </a:p>
          <a:p>
            <a:pPr marL="285750" lvl="0" indent="-285750">
              <a:buFont typeface="Arial" panose="020B0604020202020204" pitchFamily="34" charset="0"/>
              <a:buChar char="•"/>
            </a:pPr>
            <a:r>
              <a:rPr lang="en-IN" sz="2000" dirty="0"/>
              <a:t>Advanced Machine Learning Models</a:t>
            </a:r>
          </a:p>
          <a:p>
            <a:pPr marL="285750" lvl="0" indent="-285750">
              <a:buFont typeface="Arial" panose="020B0604020202020204" pitchFamily="34" charset="0"/>
              <a:buChar char="•"/>
            </a:pPr>
            <a:r>
              <a:rPr lang="en-IN" sz="2000" dirty="0"/>
              <a:t>Regional Agricultural Comparison</a:t>
            </a:r>
          </a:p>
          <a:p>
            <a:pPr marL="285750" lvl="0" indent="-285750">
              <a:buFont typeface="Arial" panose="020B0604020202020204" pitchFamily="34" charset="0"/>
              <a:buChar char="•"/>
            </a:pPr>
            <a:r>
              <a:rPr lang="en-IN" sz="2000" dirty="0"/>
              <a:t>Resource Optimization</a:t>
            </a:r>
          </a:p>
          <a:p>
            <a:pPr marL="285750" lvl="0" indent="-285750">
              <a:buFont typeface="Arial" panose="020B0604020202020204" pitchFamily="34" charset="0"/>
              <a:buChar char="•"/>
            </a:pPr>
            <a:r>
              <a:rPr lang="en-IN" sz="2000" dirty="0"/>
              <a:t>Agricultural Decision Support Systems</a:t>
            </a:r>
          </a:p>
          <a:p>
            <a:endParaRPr lang="en-IN"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8433974-6C67-ACA6-129D-5AFFD719868C}"/>
              </a:ext>
            </a:extLst>
          </p:cNvPr>
          <p:cNvSpPr txBox="1"/>
          <p:nvPr/>
        </p:nvSpPr>
        <p:spPr>
          <a:xfrm>
            <a:off x="814040" y="2497873"/>
            <a:ext cx="8926226" cy="369332"/>
          </a:xfrm>
          <a:prstGeom prst="rect">
            <a:avLst/>
          </a:prstGeom>
          <a:noFill/>
        </p:spPr>
        <p:txBody>
          <a:bodyPr wrap="none" rtlCol="0">
            <a:spAutoFit/>
          </a:bodyPr>
          <a:lstStyle/>
          <a:p>
            <a:r>
              <a:rPr lang="en-IN" dirty="0"/>
              <a:t>https://github.com/varshithakusam/Seasonal-Agriculture-Performance-Analysis-.git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200722" y="370589"/>
            <a:ext cx="11786839" cy="884658"/>
          </a:xfrm>
        </p:spPr>
        <p:txBody>
          <a:bodyPr>
            <a:normAutofit fontScale="90000"/>
          </a:bodyPr>
          <a:lstStyle/>
          <a:p>
            <a:r>
              <a:rPr lang="en-IN" sz="3200" dirty="0"/>
              <a:t>VOIS Course completion certificate - 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0447245-9B21-7003-F45C-FAAE23387D5F}"/>
              </a:ext>
            </a:extLst>
          </p:cNvPr>
          <p:cNvPicPr>
            <a:picLocks noChangeAspect="1"/>
          </p:cNvPicPr>
          <p:nvPr/>
        </p:nvPicPr>
        <p:blipFill>
          <a:blip r:embed="rId3"/>
          <a:stretch>
            <a:fillRect/>
          </a:stretch>
        </p:blipFill>
        <p:spPr>
          <a:xfrm>
            <a:off x="1806498" y="1449659"/>
            <a:ext cx="9135969" cy="521530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588117" y="2912401"/>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641</TotalTime>
  <Words>354</Words>
  <Application>Microsoft Office PowerPoint</Application>
  <PresentationFormat>Widescreen</PresentationFormat>
  <Paragraphs>47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Varshitha Kusam</cp:lastModifiedBy>
  <cp:revision>100</cp:revision>
  <dcterms:created xsi:type="dcterms:W3CDTF">2021-07-11T13:13:15Z</dcterms:created>
  <dcterms:modified xsi:type="dcterms:W3CDTF">2026-09-06T11:12:00Z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